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43C59-ECAA-4803-87A1-6FC14AD6E5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57EF30-CA9C-487A-9049-CC6A1AD062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35083-DF6B-44D5-B938-57A95E4E3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0D5ED3-27C6-4D05-A5B3-CD784C6D2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7D7DA2-2589-49C3-9B45-CA2659D61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94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E7769-4C6F-4C0A-AA74-C66A3108E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846FC-E57F-4CE8-B134-6F0D003F78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D5E58-53AB-44B5-B2B8-4E7B27B6A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0C9AD-C469-457C-87FB-88AB552B4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2B858-6CE5-4F33-96F3-C1E776070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230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82405-CD32-482A-B6C2-B249326AF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609B9-916D-4010-9A79-FC055505C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7BF25-A5AD-42B5-938C-C13F552F5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6D7D0-4083-43B8-BF47-7B5E76EC4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701184-5CFF-468A-955F-05143886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832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6ACC3-2DA2-4F91-B161-814D50A8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C3124-CC06-4B07-9771-80212ED358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358B2-B28F-4101-A8FF-29D9E1732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2F6887-7D5B-4612-8725-9114428A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DD2DD2-DBA2-40D7-B1D6-3A1EA6268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F1E3B0-D5CF-4606-B652-36DDECE8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598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49DB-6B49-4928-A20D-8B6D33883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78C117-425F-4FD2-9C33-89AB7FF45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D52E9F-095B-48F0-B228-422681A684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972631-770F-4F52-A2DF-E30603D7D1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378D12-4917-4A99-ACA3-879B1AFF5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8421F12-F5E4-4EEA-9425-7ABDBFA81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E969A6-02E1-470C-9FB0-6C7BA3D56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EA41CE-48E4-448E-AEDB-0BEE5A6D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157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59C31-1F10-4D28-A71F-6EEADF1E2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0FD06C-B589-47E1-A2BB-93204F4AA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BCA6A-7E75-4443-8407-7A38A8B9A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328EA-53BA-4CCB-A13B-08D40248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92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4E4C66-48EE-48F3-B30E-36C0D0A71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6F1782-92D3-45BA-9B8D-8BCB5F83C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B58A6-990F-4392-AF78-2C8196FD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572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C5E32-085B-4CAD-B0C9-AE45EF947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FB6BF-0FF3-4786-BC69-305E0172DC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B5B08-3D15-467B-839D-1A560A1D1D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6AC7BF-DD1F-43FB-B701-C4CA4E7D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8C56F-FB27-415B-8461-074AFE19B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3A34F-30FB-47E4-B6C6-E614537C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5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5F181-A490-4A13-8FCF-766A8D9A8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8480D5-B2E7-4E1B-B598-FD6245A68B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B1498-7FD9-4BE8-BD24-AD62731506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02FEBD-F4E4-493B-9398-B6A16A037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DC1C22-3A86-4845-A341-1D779DB5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93F92-3251-4A9A-A6D1-88A3743E6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272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3EC8-F5AB-49E5-9D14-D79CD73A63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89D3F0-A87C-443B-83C8-912B21D93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4A51C-721D-419D-9B5E-538219264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C553A4-F681-4357-9FF6-4AD8EF85E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5D417-28BA-4EAA-92E1-904860287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88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699458-135D-489C-A3C1-15A6DD3896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FB194-AB99-469A-8065-13767FA63C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EDEC2-3252-4F10-BF3D-0E7C01492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4693C-1674-45E8-A92D-DF270D33A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AB1244-FE42-4B4D-B59F-60636CE4A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231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702F34-DE91-47EB-B05D-D16B78CD7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819660-1457-4E4C-8939-8E6B61C65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CFB45-9EB9-4DC1-9D51-7C475A83C6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63AE6-E2A9-4928-A431-053AE8989DFA}" type="datetimeFigureOut">
              <a:rPr lang="en-US" smtClean="0"/>
              <a:t>22-Sep-25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53B92-34CB-4CA2-A1F8-D2FC45AF85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84D741-9774-48A7-977E-B33720BA85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FE8909-1284-488E-9EF1-715BF9EE73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295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10B37-4E42-42D3-906B-8FA439E4C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874" y="0"/>
            <a:ext cx="4468851" cy="68580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242FB1-61C9-460F-987D-1BDFCA75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267" y="2860891"/>
            <a:ext cx="2258064" cy="12822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67953-199B-464A-B7B1-3D149C0CB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268" y="2094787"/>
            <a:ext cx="2258063" cy="69408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1201EA-825B-491F-BD9C-C3533A0EE679}"/>
              </a:ext>
            </a:extLst>
          </p:cNvPr>
          <p:cNvSpPr txBox="1"/>
          <p:nvPr/>
        </p:nvSpPr>
        <p:spPr>
          <a:xfrm>
            <a:off x="5857874" y="209550"/>
            <a:ext cx="6096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**Mobile View of  Sign In Page. Please change the background of the Sign In window as per the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3482373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1EE8075-3374-4A33-8B0E-BAB28D130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1242FB1-61C9-460F-987D-1BDFCA7558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1769" y="3355809"/>
            <a:ext cx="2968462" cy="16856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E67953-199B-464A-B7B1-3D149C0CB3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1769" y="2299699"/>
            <a:ext cx="2968461" cy="9124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01201EA-825B-491F-BD9C-C3533A0EE679}"/>
              </a:ext>
            </a:extLst>
          </p:cNvPr>
          <p:cNvSpPr txBox="1"/>
          <p:nvPr/>
        </p:nvSpPr>
        <p:spPr>
          <a:xfrm>
            <a:off x="2894996" y="749232"/>
            <a:ext cx="70933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**Desktop View of  Sign In Page. Please change the background of the Sign In window as per the white background</a:t>
            </a:r>
          </a:p>
        </p:txBody>
      </p:sp>
    </p:spTree>
    <p:extLst>
      <p:ext uri="{BB962C8B-B14F-4D97-AF65-F5344CB8AC3E}">
        <p14:creationId xmlns:p14="http://schemas.microsoft.com/office/powerpoint/2010/main" val="807841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Nithya</dc:creator>
  <cp:lastModifiedBy>Nithya</cp:lastModifiedBy>
  <cp:revision>5</cp:revision>
  <dcterms:created xsi:type="dcterms:W3CDTF">2025-09-22T06:50:03Z</dcterms:created>
  <dcterms:modified xsi:type="dcterms:W3CDTF">2025-09-22T07:03:58Z</dcterms:modified>
</cp:coreProperties>
</file>